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c3042f4eb140cf" /><Relationship Type="http://schemas.openxmlformats.org/officeDocument/2006/relationships/extended-properties" Target="/docProps/app.xml" Id="R68347e56e7d245b4" /><Relationship Type="http://schemas.openxmlformats.org/officeDocument/2006/relationships/officeDocument" Target="/ppt/presentation.xml" Id="R207fc8b71f554f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ed9b4dc22a44ea"/>
  </p:sldMasterIdLst>
  <p:notesMasterIdLst>
    <p:notesMasterId xmlns:r="http://schemas.openxmlformats.org/officeDocument/2006/relationships" r:id="R3c1205f6e1ab4173"/>
  </p:notesMasterIdLst>
  <p:sldIdLst>
    <p:sldId xmlns:r="http://schemas.openxmlformats.org/officeDocument/2006/relationships" id="256" r:id="R1d957dbf333f4bc3"/>
    <p:sldId xmlns:r="http://schemas.openxmlformats.org/officeDocument/2006/relationships" id="257" r:id="Re3088e169f3c48f3"/>
    <p:sldId xmlns:r="http://schemas.openxmlformats.org/officeDocument/2006/relationships" id="258" r:id="R0039e692de564d11"/>
    <p:sldId xmlns:r="http://schemas.openxmlformats.org/officeDocument/2006/relationships" id="259" r:id="Rd71ae7f3798f44bf"/>
    <p:sldId xmlns:r="http://schemas.openxmlformats.org/officeDocument/2006/relationships" id="260" r:id="R52483dedf8724776"/>
    <p:sldId xmlns:r="http://schemas.openxmlformats.org/officeDocument/2006/relationships" id="261" r:id="Ref604ad44f264d2c"/>
    <p:sldId xmlns:r="http://schemas.openxmlformats.org/officeDocument/2006/relationships" id="262" r:id="R9f02f364cfb943a9"/>
    <p:sldId xmlns:r="http://schemas.openxmlformats.org/officeDocument/2006/relationships" id="263" r:id="Rbed4159189da4bb5"/>
    <p:sldId xmlns:r="http://schemas.openxmlformats.org/officeDocument/2006/relationships" id="264" r:id="Re8aa8b3956a1408e"/>
    <p:sldId xmlns:r="http://schemas.openxmlformats.org/officeDocument/2006/relationships" id="265" r:id="Rd0e645fac27c4c6f"/>
    <p:sldId xmlns:r="http://schemas.openxmlformats.org/officeDocument/2006/relationships" id="266" r:id="R7d85b00eb8aa4e54"/>
    <p:sldId xmlns:r="http://schemas.openxmlformats.org/officeDocument/2006/relationships" id="267" r:id="R08a41cf26099445c"/>
    <p:sldId xmlns:r="http://schemas.openxmlformats.org/officeDocument/2006/relationships" id="268" r:id="R62bc7a644bb64440"/>
    <p:sldId xmlns:r="http://schemas.openxmlformats.org/officeDocument/2006/relationships" id="269" r:id="R08c37b02c55e4a63"/>
    <p:sldId xmlns:r="http://schemas.openxmlformats.org/officeDocument/2006/relationships" id="270" r:id="Rc1e71317d33a47dd"/>
    <p:sldId xmlns:r="http://schemas.openxmlformats.org/officeDocument/2006/relationships" id="271" r:id="R1726223e119e4900"/>
    <p:sldId xmlns:r="http://schemas.openxmlformats.org/officeDocument/2006/relationships" id="272" r:id="R202d111424cd4e8a"/>
    <p:sldId xmlns:r="http://schemas.openxmlformats.org/officeDocument/2006/relationships" id="273" r:id="R757187be59b74b2e"/>
    <p:sldId xmlns:r="http://schemas.openxmlformats.org/officeDocument/2006/relationships" id="274" r:id="R31198c43327f470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ed9b4dc22a44ea" /><Relationship Type="http://schemas.openxmlformats.org/officeDocument/2006/relationships/theme" Target="/ppt/theme/theme1.xml" Id="Ra0a0d2238e1b4ce4" /><Relationship Type="http://schemas.openxmlformats.org/officeDocument/2006/relationships/notesMaster" Target="/ppt/notesMasters/notesMaster1.xml" Id="R3c1205f6e1ab4173" /><Relationship Type="http://schemas.openxmlformats.org/officeDocument/2006/relationships/presProps" Target="/ppt/presProps.xml" Id="Rc02f88f8f4294ed3" /><Relationship Type="http://schemas.openxmlformats.org/officeDocument/2006/relationships/viewProps" Target="/ppt/viewProps.xml" Id="R92f8d6f8c4764bf1" /><Relationship Type="http://schemas.openxmlformats.org/officeDocument/2006/relationships/tableStyles" Target="/ppt/tableStyles.xml" Id="R91e565eec98f499d" /><Relationship Type="http://schemas.openxmlformats.org/officeDocument/2006/relationships/slide" Target="/ppt/slides/slide1.xml" Id="R1d957dbf333f4bc3" /><Relationship Type="http://schemas.openxmlformats.org/officeDocument/2006/relationships/slide" Target="/ppt/slides/slide2.xml" Id="Re3088e169f3c48f3" /><Relationship Type="http://schemas.openxmlformats.org/officeDocument/2006/relationships/slide" Target="/ppt/slides/slide3.xml" Id="R0039e692de564d11" /><Relationship Type="http://schemas.openxmlformats.org/officeDocument/2006/relationships/slide" Target="/ppt/slides/slide4.xml" Id="Rd71ae7f3798f44bf" /><Relationship Type="http://schemas.openxmlformats.org/officeDocument/2006/relationships/slide" Target="/ppt/slides/slide5.xml" Id="R52483dedf8724776" /><Relationship Type="http://schemas.openxmlformats.org/officeDocument/2006/relationships/slide" Target="/ppt/slides/slide6.xml" Id="Ref604ad44f264d2c" /><Relationship Type="http://schemas.openxmlformats.org/officeDocument/2006/relationships/slide" Target="/ppt/slides/slide7.xml" Id="R9f02f364cfb943a9" /><Relationship Type="http://schemas.openxmlformats.org/officeDocument/2006/relationships/slide" Target="/ppt/slides/slide8.xml" Id="Rbed4159189da4bb5" /><Relationship Type="http://schemas.openxmlformats.org/officeDocument/2006/relationships/slide" Target="/ppt/slides/slide9.xml" Id="Re8aa8b3956a1408e" /><Relationship Type="http://schemas.openxmlformats.org/officeDocument/2006/relationships/slide" Target="/ppt/slides/slide10.xml" Id="Rd0e645fac27c4c6f" /><Relationship Type="http://schemas.openxmlformats.org/officeDocument/2006/relationships/slide" Target="/ppt/slides/slide11.xml" Id="R7d85b00eb8aa4e54" /><Relationship Type="http://schemas.openxmlformats.org/officeDocument/2006/relationships/slide" Target="/ppt/slides/slide12.xml" Id="R08a41cf26099445c" /><Relationship Type="http://schemas.openxmlformats.org/officeDocument/2006/relationships/slide" Target="/ppt/slides/slide13.xml" Id="R62bc7a644bb64440" /><Relationship Type="http://schemas.openxmlformats.org/officeDocument/2006/relationships/slide" Target="/ppt/slides/slide14.xml" Id="R08c37b02c55e4a63" /><Relationship Type="http://schemas.openxmlformats.org/officeDocument/2006/relationships/slide" Target="/ppt/slides/slide15.xml" Id="Rc1e71317d33a47dd" /><Relationship Type="http://schemas.openxmlformats.org/officeDocument/2006/relationships/slide" Target="/ppt/slides/slide16.xml" Id="R1726223e119e4900" /><Relationship Type="http://schemas.openxmlformats.org/officeDocument/2006/relationships/slide" Target="/ppt/slides/slide17.xml" Id="R202d111424cd4e8a" /><Relationship Type="http://schemas.openxmlformats.org/officeDocument/2006/relationships/slide" Target="/ppt/slides/slide18.xml" Id="R757187be59b74b2e" /><Relationship Type="http://schemas.openxmlformats.org/officeDocument/2006/relationships/slide" Target="/ppt/slides/slide19.xml" Id="R31198c43327f47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2dc7f7a625c4b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0b8668e5a84827" /><Relationship Type="http://schemas.openxmlformats.org/officeDocument/2006/relationships/notesMaster" Target="/ppt/notesMasters/notesMaster1.xml" Id="R54a63bf2eb0c4b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2238ad83c1446f" /><Relationship Type="http://schemas.openxmlformats.org/officeDocument/2006/relationships/notesMaster" Target="/ppt/notesMasters/notesMaster1.xml" Id="R1b686503a11144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66c2f0cb684db9" /><Relationship Type="http://schemas.openxmlformats.org/officeDocument/2006/relationships/notesMaster" Target="/ppt/notesMasters/notesMaster1.xml" Id="Rb3e658d8d5284c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f519703a2544dd0" /><Relationship Type="http://schemas.openxmlformats.org/officeDocument/2006/relationships/notesMaster" Target="/ppt/notesMasters/notesMaster1.xml" Id="R6b5934604e494e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17ade914f24289" /><Relationship Type="http://schemas.openxmlformats.org/officeDocument/2006/relationships/notesMaster" Target="/ppt/notesMasters/notesMaster1.xml" Id="Rfe79d1d8f39a4f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0a70b8ae5e74024" /><Relationship Type="http://schemas.openxmlformats.org/officeDocument/2006/relationships/notesMaster" Target="/ppt/notesMasters/notesMaster1.xml" Id="Rbbb37f33b04b43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e247b97419c4eee" /><Relationship Type="http://schemas.openxmlformats.org/officeDocument/2006/relationships/notesMaster" Target="/ppt/notesMasters/notesMaster1.xml" Id="R503e78877a6e432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c0a0b8571d94844" /><Relationship Type="http://schemas.openxmlformats.org/officeDocument/2006/relationships/notesMaster" Target="/ppt/notesMasters/notesMaster1.xml" Id="R02a3f931dd3c420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0b78950a5284201" /><Relationship Type="http://schemas.openxmlformats.org/officeDocument/2006/relationships/notesMaster" Target="/ppt/notesMasters/notesMaster1.xml" Id="Rfc2bcf53b95f420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828a75f05b94fa9" /><Relationship Type="http://schemas.openxmlformats.org/officeDocument/2006/relationships/notesMaster" Target="/ppt/notesMasters/notesMaster1.xml" Id="R85e458b6f66c4d7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965130df98b4831" /><Relationship Type="http://schemas.openxmlformats.org/officeDocument/2006/relationships/notesMaster" Target="/ppt/notesMasters/notesMaster1.xml" Id="R80f4aa532fa4416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978fd13bcb1491d" /><Relationship Type="http://schemas.openxmlformats.org/officeDocument/2006/relationships/notesMaster" Target="/ppt/notesMasters/notesMaster1.xml" Id="R579f0f633ab0409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bd6b2ff28e840ca" /><Relationship Type="http://schemas.openxmlformats.org/officeDocument/2006/relationships/notesMaster" Target="/ppt/notesMasters/notesMaster1.xml" Id="R72991f7c3579461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749404586ef47f2" /><Relationship Type="http://schemas.openxmlformats.org/officeDocument/2006/relationships/notesMaster" Target="/ppt/notesMasters/notesMaster1.xml" Id="R293801bc5048482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b3d9c7d913b45a8" /><Relationship Type="http://schemas.openxmlformats.org/officeDocument/2006/relationships/notesMaster" Target="/ppt/notesMasters/notesMaster1.xml" Id="Re21e4a2c8858483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5a1c3375275482f" /><Relationship Type="http://schemas.openxmlformats.org/officeDocument/2006/relationships/notesMaster" Target="/ppt/notesMasters/notesMaster1.xml" Id="R849a8afdde1741e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31e86b57bbc4064" /><Relationship Type="http://schemas.openxmlformats.org/officeDocument/2006/relationships/notesMaster" Target="/ppt/notesMasters/notesMaster1.xml" Id="R5f8e2d41a38b42e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1763cbf5e804177" /><Relationship Type="http://schemas.openxmlformats.org/officeDocument/2006/relationships/notesMaster" Target="/ppt/notesMasters/notesMaster1.xml" Id="R01cf3b2053bc417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672c67c19074e87" /><Relationship Type="http://schemas.openxmlformats.org/officeDocument/2006/relationships/notesMaster" Target="/ppt/notesMasters/notesMaster1.xml" Id="R2a47a8bf46e14c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33054a658e4ed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9482728db9b4bfb" /><Relationship Type="http://schemas.openxmlformats.org/officeDocument/2006/relationships/slideLayout" Target="/ppt/slideLayouts/slideLayout2.xml" Id="R7290583ac8ac4b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90583ac8ac4b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498b01d5f84166" /><Relationship Type="http://schemas.openxmlformats.org/officeDocument/2006/relationships/notesSlide" Target="/ppt/notesSlides/notesSlide1.xml" Id="R335affb90577482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60825b908a42f6" /><Relationship Type="http://schemas.openxmlformats.org/officeDocument/2006/relationships/notesSlide" Target="/ppt/notesSlides/notesSlide2.xml" Id="Ra0012142529e42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2199b7f31d43c1" /><Relationship Type="http://schemas.openxmlformats.org/officeDocument/2006/relationships/notesSlide" Target="/ppt/notesSlides/notesSlide3.xml" Id="R5c1a624e48b942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2ae5644f1143c0" /><Relationship Type="http://schemas.openxmlformats.org/officeDocument/2006/relationships/notesSlide" Target="/ppt/notesSlides/notesSlide4.xml" Id="R84f5677608194b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feff7e43d84ef3" /><Relationship Type="http://schemas.openxmlformats.org/officeDocument/2006/relationships/notesSlide" Target="/ppt/notesSlides/notesSlide5.xml" Id="Rdd5619668d7347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72d787e35e4dcb" /><Relationship Type="http://schemas.openxmlformats.org/officeDocument/2006/relationships/notesSlide" Target="/ppt/notesSlides/notesSlide6.xml" Id="Rb8571e488f8e41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d7076b418f422d" /><Relationship Type="http://schemas.openxmlformats.org/officeDocument/2006/relationships/notesSlide" Target="/ppt/notesSlides/notesSlide7.xml" Id="R57fec05413994d5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8ce354160d4da6" /><Relationship Type="http://schemas.openxmlformats.org/officeDocument/2006/relationships/notesSlide" Target="/ppt/notesSlides/notesSlide8.xml" Id="R714542c4f0814b0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6d45e3934d45b0" /><Relationship Type="http://schemas.openxmlformats.org/officeDocument/2006/relationships/notesSlide" Target="/ppt/notesSlides/notesSlide9.xml" Id="Re7540ae1323f466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7ca98ac8974e8e" /><Relationship Type="http://schemas.openxmlformats.org/officeDocument/2006/relationships/notesSlide" Target="/ppt/notesSlides/notesSlide10.xml" Id="R113ac8c57ba3403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26f8b4e89c4454" /><Relationship Type="http://schemas.openxmlformats.org/officeDocument/2006/relationships/notesSlide" Target="/ppt/notesSlides/notesSlide11.xml" Id="Rc4d500c20a8a4df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2032d8f4e64ce7" /><Relationship Type="http://schemas.openxmlformats.org/officeDocument/2006/relationships/notesSlide" Target="/ppt/notesSlides/notesSlide12.xml" Id="R30d814c264ce45e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ba54348acf4404" /><Relationship Type="http://schemas.openxmlformats.org/officeDocument/2006/relationships/notesSlide" Target="/ppt/notesSlides/notesSlide13.xml" Id="R18026f13a31d45b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88bc8be7f244b8" /><Relationship Type="http://schemas.openxmlformats.org/officeDocument/2006/relationships/notesSlide" Target="/ppt/notesSlides/notesSlide14.xml" Id="R200fd305d76b47a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b98d9ffea245da" /><Relationship Type="http://schemas.openxmlformats.org/officeDocument/2006/relationships/notesSlide" Target="/ppt/notesSlides/notesSlide15.xml" Id="R0237c42bcb724d5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63d8b1778e48a2" /><Relationship Type="http://schemas.openxmlformats.org/officeDocument/2006/relationships/notesSlide" Target="/ppt/notesSlides/notesSlide16.xml" Id="Rb999d22d8d354ef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e37b0fb8ba4f51" /><Relationship Type="http://schemas.openxmlformats.org/officeDocument/2006/relationships/notesSlide" Target="/ppt/notesSlides/notesSlide17.xml" Id="R56df1dfcf29c4e4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67b96887f94f3c" /><Relationship Type="http://schemas.openxmlformats.org/officeDocument/2006/relationships/notesSlide" Target="/ppt/notesSlides/notesSlide18.xml" Id="R12e35a00d3aa439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ee9ec6a1d94e79" /><Relationship Type="http://schemas.openxmlformats.org/officeDocument/2006/relationships/notesSlide" Target="/ppt/notesSlides/notesSlide19.xml" Id="R01c2ef18e42d4f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D26136-990B-4624-895A-B8EA7205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4E6F18-487F-4F3C-BD74-B55072BA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752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CCFBF1"/>
            </a:solidFill>
          </a:ln>
        </p:spPr>
        <p:txBody>
          <a:bodyPr xmlns:a="http://schemas.openxmlformats.org/drawingml/2006/main" lIns="95250" tIns="19050" rIns="9525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Deployment Lecture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BBA5F0-BC1D-432D-82F5-70A00CD9C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6858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90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90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배포란 무엇인가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390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90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그리고 Vercel에 올리는 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346501-921E-4067-8491-91492C7B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19450"/>
            <a:ext cx="619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0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Figma Calendar 앱을 실제 URL로 공개하고, Cloudflare Turnstile로 Supabase 익명 로그인을 보호합니다.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238664-CF96-4977-9FB5-5288F59A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24400"/>
            <a:ext cx="5715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790F4F-D1A1-4600-913F-3EFA2806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24400"/>
            <a:ext cx="57150" cy="819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89D826-0E2F-43A9-BB5E-64A86300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95850"/>
            <a:ext cx="5295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오늘의 약속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B7591F-B4ED-48C4-B360-0AA6660C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76850"/>
            <a:ext cx="5295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408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localhost에서만 보이던 캘린더를 실제 URL로 공개하고, 저장과 CAPTCHA까지 확인합니다.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9AF137-676A-4FC8-8C80-393EE0B1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143000"/>
            <a:ext cx="29527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81AF9D-4D28-48F7-9108-D7BDCAD6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3144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Calendar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F519A0-87CA-4A89-A229-1BBC6973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1771650"/>
            <a:ext cx="310243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1B7902-F537-4DAD-9ADA-08742597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1838325"/>
            <a:ext cx="31024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011F48-4553-491A-9724-B059A4387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918" y="1771650"/>
            <a:ext cx="310243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E93E08-7641-49AD-8F5A-819AB58C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918" y="1838325"/>
            <a:ext cx="31024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8ACCD1-EADE-4D3E-9497-DF7CCE66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5311" y="1771650"/>
            <a:ext cx="310243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E847F0-B04B-4B5D-9D0F-B82532BB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5311" y="1838325"/>
            <a:ext cx="31024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43ECEA-348F-4A51-AB37-24D6ABCB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704" y="1771650"/>
            <a:ext cx="310243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2FDED2-8A40-41DB-B20F-0E3002B6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704" y="1838325"/>
            <a:ext cx="31024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611744-B71D-45D5-B9DC-C37B0C8F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0096" y="1771650"/>
            <a:ext cx="310243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7AE9A3-793C-4F10-A39F-EC27C5D3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0096" y="1838325"/>
            <a:ext cx="31024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037F1F-22D4-486B-8431-C124A213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7489" y="1771650"/>
            <a:ext cx="310243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36C27A-C040-40AC-B608-CA1B00A4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7489" y="1838325"/>
            <a:ext cx="31024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61CC70-BBC7-439E-B3B9-78416D77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4882" y="1771650"/>
            <a:ext cx="310243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E12E48-227A-48C1-807E-893A688E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4882" y="1838325"/>
            <a:ext cx="31024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B75AFB-0962-4632-A8DE-AB3A858A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133600"/>
            <a:ext cx="310243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90F6AF-6C68-4523-8381-88A920C7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200275"/>
            <a:ext cx="31024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C639B5-1617-4225-8F86-9F65358A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918" y="2133600"/>
            <a:ext cx="310243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0717A9-9892-4FC5-A988-4A27DD73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918" y="2200275"/>
            <a:ext cx="31024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D2557D-330D-4926-B1E6-748E4697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5311" y="2133600"/>
            <a:ext cx="310243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0D62DD-956F-43FC-9EC2-8F5EB827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5311" y="2200275"/>
            <a:ext cx="31024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B3FB89-3C49-4552-9414-F392798B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704" y="2133600"/>
            <a:ext cx="310243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E7D591-4BB3-4CFD-B722-CD871ED3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704" y="2200275"/>
            <a:ext cx="31024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0F2FB6-E122-480B-ABE8-B992057E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0096" y="2133600"/>
            <a:ext cx="310243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AB51C6-746A-4030-8A3E-306287BD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0096" y="2200275"/>
            <a:ext cx="31024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D02D51-765E-4557-BCAA-912B978F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7489" y="2133600"/>
            <a:ext cx="310243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77D429-FA57-4AB1-9622-50763EF2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7489" y="2200275"/>
            <a:ext cx="31024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2242588-E389-4E9A-859A-6FDC7239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4882" y="2133600"/>
            <a:ext cx="310243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3CE432-25FB-45E3-92CF-6259E024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4882" y="2200275"/>
            <a:ext cx="31024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3EF13B3-A6B6-4D1B-A6C2-690CD1F3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495550"/>
            <a:ext cx="310243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3222F0B-B998-4CB1-A3CB-0569CDEA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562225"/>
            <a:ext cx="31024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CBF1A7-970A-4E0B-AC0D-0E1A5FEBD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918" y="2495550"/>
            <a:ext cx="310243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34917B2-3056-4D75-B437-DF48CE48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918" y="2562225"/>
            <a:ext cx="31024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86B6FAD-57CA-4867-A30C-48FEA46E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5311" y="2495550"/>
            <a:ext cx="310243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C85C3CD-9358-498F-9432-4F641333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5311" y="2562225"/>
            <a:ext cx="31024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17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0DDE51F-F2E3-48E4-97D2-325EEE07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704" y="2495550"/>
            <a:ext cx="310243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23DD04B-E4A5-4875-AEC2-86242148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704" y="2562225"/>
            <a:ext cx="31024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18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4EB5C98-52ED-4316-B90D-C84E491D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0096" y="2495550"/>
            <a:ext cx="310243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1607B27-F748-4032-BFE7-F3FA9921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0096" y="2562225"/>
            <a:ext cx="31024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19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1F1BD8D-7BC7-4ED4-83E4-A9F65F8D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7489" y="2495550"/>
            <a:ext cx="310243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1DF19BB-B3AB-4A52-95DC-ADC044E5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7489" y="2562225"/>
            <a:ext cx="31024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20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B0119B0-E6D9-4A1D-8E48-058B4D34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4882" y="2495550"/>
            <a:ext cx="310243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74AF9E7-0E5C-4E94-8AB9-73BA4C48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4882" y="2562225"/>
            <a:ext cx="31024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21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220DF7D-4CCF-4721-8E22-4661F218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857500"/>
            <a:ext cx="310243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B2286DE-1447-42D6-A94A-D0A5B8E4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924175"/>
            <a:ext cx="31024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22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8683113-17ED-48C4-85D8-DD487CF2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918" y="2857500"/>
            <a:ext cx="310243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F9994C0-4149-4932-936A-F6F63905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918" y="2924175"/>
            <a:ext cx="31024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23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6938DA2-EC2E-46FB-A23C-FA184E60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5311" y="2857500"/>
            <a:ext cx="310243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0B83453-500D-4D32-9BA1-5FA20F8F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5311" y="2924175"/>
            <a:ext cx="31024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24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8346603-7D15-4EC8-AEA3-1894DA59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704" y="2857500"/>
            <a:ext cx="310243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184D74A-01B0-4BBA-BD1B-6123CE73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704" y="2924175"/>
            <a:ext cx="31024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25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1B0C5B0-3C18-437D-A555-60330378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0096" y="2857500"/>
            <a:ext cx="310243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C953F52-AC27-49DA-9ACD-C9CFFB99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0096" y="2924175"/>
            <a:ext cx="31024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26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54D5A02-C59B-42F0-B45A-702CE135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7489" y="2857500"/>
            <a:ext cx="310243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25F8792-A6DE-4ECD-9820-86C50D51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7489" y="2924175"/>
            <a:ext cx="31024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27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EDA5CEF-FECA-4D06-902C-4D2ADD74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4882" y="2857500"/>
            <a:ext cx="310243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E9DD143-BD91-4273-B42C-741AB2DA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4882" y="2924175"/>
            <a:ext cx="31024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28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E13F89D-0ACB-4985-B287-D9C72264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829050"/>
            <a:ext cx="3714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C771F24-6A18-4004-B9EC-DEEEFEA4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829050"/>
            <a:ext cx="3714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D59904C-FA4A-48DA-93BE-53A9F033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095750"/>
            <a:ext cx="3714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7DDA990-882E-47B2-8FF4-E8449AC1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962400"/>
            <a:ext cx="85725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11D48"/>
          </a:solidFill>
          <a:ln xmlns:a="http://schemas.openxmlformats.org/drawingml/2006/main" w="0">
            <a:solidFill>
              <a:srgbClr val="E2E8F0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E6E681A-B556-49F3-9ECB-A48BD03A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62400"/>
            <a:ext cx="85725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E2E8F0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188A305-3E1A-491C-A992-0E9722B1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62400"/>
            <a:ext cx="85725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E2E8F0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F27C7EA-8D04-4930-BC8F-76B38988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514850"/>
            <a:ext cx="3181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https://...vercel.app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32E8454-D212-44CF-89D7-0F0A4E84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rPr>
              <a:t>Figma Calendar Deployment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EB742DD-06DA-4422-8EA8-EC3580DF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023323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267DB1-6721-48F6-8B36-D86B4DA4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오늘의 결과물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BE359B-48D8-44C2-8347-C51A64AE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096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360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수강생은 ‘보여줄 수 있는 앱 주소’를 갖게 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27B96B-D090-4B3C-8758-F1808963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7620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7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로컬 앱을 Vercel URL로 공개하고, Supabase 저장과 Turnstile 보안 확인까지 검증합니다.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32491B-19EE-4E02-996E-52DC68F8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rPr>
              <a:t>Figma Calendar Deployment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74BF5E-D099-4FE6-8552-749694F1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2C031A-CEDF-42E5-B017-7F60BD46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323850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FE512E-419C-4984-A26B-A4AA4AAD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57150" cy="1733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750123-726A-4783-AEFD-D925EEA0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2819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1. 배포 URL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B9E632-2B55-4F4B-B33A-ABB85547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33800"/>
            <a:ext cx="28194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다른 사람이 접속할 수 있는 Vercel 주소를 만듭니다.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4A6182-99F0-42FD-AA44-5A349745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81350"/>
            <a:ext cx="323850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FBEDC2-9856-48CD-9934-2095EC87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81350"/>
            <a:ext cx="57150" cy="1733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B732E5-39C3-4681-81AA-86D195A4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52800"/>
            <a:ext cx="2819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2. 저장되는 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3BA432-E68F-4733-B2E8-B030896C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33800"/>
            <a:ext cx="28194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Supabase에 일정이 저장되고 새로고침 후 유지됩니다.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F067A0-2BC4-4859-9149-B02687FC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81350"/>
            <a:ext cx="323850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DE24C9-AAC2-49BA-88B9-431A785A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81350"/>
            <a:ext cx="57150" cy="1733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B48B05-CECF-4316-B76A-F7F72651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52800"/>
            <a:ext cx="2819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3. 보안 확인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DC88BD-4916-4C3C-BFFE-77CA9B9A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33800"/>
            <a:ext cx="28194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Turnstile로 익명 로그인 남용을 줄입니다.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77CB3B-962C-4D0B-8EAB-35EEA620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429250"/>
            <a:ext cx="876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결과물은 URL, CAPTCHA 화면, Supabase row 캡처입니다.</a:t>
            </a:r>
          </a:p>
        </p:txBody>
      </p:sp>
    </p:spTree>
    <p:extLst>
      <p:ext uri="{BB962C8B-B14F-4D97-AF65-F5344CB8AC3E}">
        <p14:creationId xmlns:p14="http://schemas.microsoft.com/office/powerpoint/2010/main" val="4655408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0A41F7-2CC7-4C47-B9E6-B05D1D21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배포의 정의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BAC47F-5FB8-4CB2-9059-640ABF2A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096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938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360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배포는 내 컴퓨터의 앱을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360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인터넷에서 접속 가능한 상태로 옮기는 일입니다.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604F48-4E1D-4BA0-B53B-F4B6ACBB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7620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7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파일을 올리는 것만이 아니라 설정, 주소, 검증까지 포함합니다.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57EC77-1FBA-46B9-B530-F24444FD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rPr>
              <a:t>Figma Calendar Deployment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49BC0E-5E60-4421-B5AC-048C947A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315429-E32F-4487-8478-96BD1031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14325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97C021-AF78-40C5-8545-F1EAA235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143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4FB03A-C012-4F2F-8130-276AFF24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43300"/>
            <a:ext cx="3143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E92C14-9896-4D91-B708-BC5C0CC7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09950"/>
            <a:ext cx="85725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11D48"/>
          </a:solidFill>
          <a:ln xmlns:a="http://schemas.openxmlformats.org/drawingml/2006/main" w="0">
            <a:solidFill>
              <a:srgbClr val="E2E8F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FA9625-C28C-4AA2-9DF5-9A61B7BC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09950"/>
            <a:ext cx="85725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E2E8F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18C441-0894-4197-9CF2-D45B2A16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09950"/>
            <a:ext cx="85725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E2E8F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79154C-AE62-4BD0-A130-9408D7B9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62400"/>
            <a:ext cx="2609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localhost:4175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19F90A-0279-492B-9D58-83640F0F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00500"/>
            <a:ext cx="7810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72B3AF-E171-44DB-A8BA-22B6571E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829050"/>
            <a:ext cx="361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831553-6AFC-42F7-81EF-5E5CBFD2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276600"/>
            <a:ext cx="381000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620445-515E-4779-B109-4FFF4345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276600"/>
            <a:ext cx="3810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F0CE19-8D46-4B77-B49A-228A194A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543300"/>
            <a:ext cx="381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35E485-75D0-4086-A0A2-26BB92D7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09950"/>
            <a:ext cx="85725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11D48"/>
          </a:solidFill>
          <a:ln xmlns:a="http://schemas.openxmlformats.org/drawingml/2006/main" w="0">
            <a:solidFill>
              <a:srgbClr val="E2E8F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B3D302-C496-4628-B352-3B87B2AF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409950"/>
            <a:ext cx="85725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E2E8F0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72B48F-D6E3-43F7-8D57-4921E166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409950"/>
            <a:ext cx="85725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E2E8F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79FA8D-8992-4243-8546-F8B9F295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962400"/>
            <a:ext cx="3276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9443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https://figma-calendar.vercel.app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F19855-1F69-446A-8A9C-F01328B3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600450"/>
            <a:ext cx="933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DCFCE7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CCB212-C3DF-4CC3-AC71-28890C16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771900"/>
            <a:ext cx="647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7440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공개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00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주소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9AF61F-9A8F-416A-8499-837C73A0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334000"/>
            <a:ext cx="885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로컬에서만 보이는 상태를 인터넷에서 접속 가능한 상태로 바꾸는 것이 배포입니다.</a:t>
            </a:r>
          </a:p>
        </p:txBody>
      </p:sp>
    </p:spTree>
    <p:extLst>
      <p:ext uri="{BB962C8B-B14F-4D97-AF65-F5344CB8AC3E}">
        <p14:creationId xmlns:p14="http://schemas.microsoft.com/office/powerpoint/2010/main" val="4028791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8378A9-4532-4DBA-9D46-9179EB21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입문자용 mental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447412-CFEA-4641-9790-B53EF92F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096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360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배포는 세 가지를 준비하는 과정입니다.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8903CF-3C1D-4522-8D2D-5575DAA3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7620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7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앱 파일을 둘 곳, 외부 서비스 설정, 사용자가 접속할 주소입니다.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02BCAB-3F4F-44F6-AE4F-A63E0D2C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rPr>
              <a:t>Figma Calendar Deployment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D7D419-C2BF-4163-A2F6-5BFE00E7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E9AA77-CE5A-4A87-8C5A-F65D9075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62300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6ADB0F-BB99-4776-9B96-B200C5A8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2324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앱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4E077D-1E26-4834-9856-87076A0F9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00500"/>
            <a:ext cx="2057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686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index.html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80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styles.css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80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script.js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A3CE44-0361-4241-A8B6-0E44BF16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62300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CCFBF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CCC0AA-A0DF-4D73-8388-FF83714E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448050"/>
            <a:ext cx="2324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외부 설정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960A77-B173-4240-AA8E-9E2B6D06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00500"/>
            <a:ext cx="2057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Supabase URL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80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Turnstile site key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13DA3B-4068-4A61-8EC7-808E147C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62300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EDE9F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8A1F34-31CA-40C6-A3FC-D7596C2A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48050"/>
            <a:ext cx="2324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접속 주소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41CC66-6AF9-421C-9922-D8D6A945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000500"/>
            <a:ext cx="2057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Preview URL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80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Production URL</a:t>
            </a:r>
          </a:p>
        </p:txBody>
      </p:sp>
    </p:spTree>
    <p:extLst>
      <p:ext uri="{BB962C8B-B14F-4D97-AF65-F5344CB8AC3E}">
        <p14:creationId xmlns:p14="http://schemas.microsoft.com/office/powerpoint/2010/main" val="12646657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26367F-8C2B-4085-9043-11FB7C43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이번 실습의 도구 지도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F71F7C-2338-4290-AF5E-976F2E8F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096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360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Vercel, Supabase, Turnstile은 역할이 다릅니다.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C882D6-B394-4256-87AC-2F3AFD8F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7620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7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한 도구가 모든 일을 하는 것이 아니라, 각자 맡은 일을 연결합니다.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DF1662-B1CB-4FBF-8354-96FF172F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rPr>
              <a:t>Figma Calendar Deployment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8FBB9-C9D0-42D3-A9C7-F05E7FF3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F97531-081E-4450-90EA-A4710107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9900"/>
            <a:ext cx="314325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/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21FBF2-D548-46F8-B815-49E437C8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14700"/>
            <a:ext cx="2609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>
                <a:solidFill>
                  <a:srgbClr val="DBEAF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DBEAFE"/>
                </a:solidFill>
                <a:latin typeface="Apple SD Gothic Neo"/>
                <a:ea typeface="Apple SD Gothic Neo"/>
                <a:cs typeface="Apple SD Gothic Neo"/>
              </a:rPr>
              <a:t>Vercel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7E7E72-A745-40D4-A56B-A5417304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43350"/>
            <a:ext cx="2305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7963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정적 파일 배포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URL 생성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빌드 로그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EBECB6-83AC-4423-AE28-4D8705B88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09900"/>
            <a:ext cx="314325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/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6C6059-B6E7-410F-B4C4-9E077DE4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314700"/>
            <a:ext cx="2609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>
                <a:solidFill>
                  <a:srgbClr val="CCFBF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CCFBF1"/>
                </a:solidFill>
                <a:latin typeface="Apple SD Gothic Neo"/>
                <a:ea typeface="Apple SD Gothic Neo"/>
                <a:cs typeface="Apple SD Gothic Neo"/>
              </a:rPr>
              <a:t>Supabase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4DDAC6-589E-4426-95AF-3604DA93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943350"/>
            <a:ext cx="2305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7963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익명 사용자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일정 저장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RLS 정책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7790C4-7814-40C3-9404-10E8CA83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09900"/>
            <a:ext cx="314325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/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C08C63-0BC4-4D61-804B-5D76800E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14700"/>
            <a:ext cx="2609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>
                <a:solidFill>
                  <a:srgbClr val="FEF3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FEF3C7"/>
                </a:solidFill>
                <a:latin typeface="Apple SD Gothic Neo"/>
                <a:ea typeface="Apple SD Gothic Neo"/>
                <a:cs typeface="Apple SD Gothic Neo"/>
              </a:rPr>
              <a:t>Turnstile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590F4A-4CFB-4E6C-80A3-C693245C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43350"/>
            <a:ext cx="2305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7963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봇 방지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site key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secret key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87A2A0-33BF-49EB-86AA-3FF7DA70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816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세 도구의 역할을 섞지 않으면 배포 설명이 훨씬 쉬워집니다.</a:t>
            </a:r>
          </a:p>
        </p:txBody>
      </p:sp>
    </p:spTree>
    <p:extLst>
      <p:ext uri="{BB962C8B-B14F-4D97-AF65-F5344CB8AC3E}">
        <p14:creationId xmlns:p14="http://schemas.microsoft.com/office/powerpoint/2010/main" val="16933988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F9DD3B-E675-48CF-8ADA-4A917A2C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로컬과 배포 환경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1D742E-E5E2-4E2E-BF98-576FAF7A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096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360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localhost에서 되던 앱이 배포 후에도 된다는 보장은 없습니다.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9B57DF-F0A5-4B83-A89F-4374CDDA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7620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7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파일 위치, 도메인, 환경 변수, 보안 설정이 달라지기 때문입니다.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2A8D1D-F16E-4CB2-910B-5D86C2C6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rPr>
              <a:t>Figma Calendar Deployment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4FD12-65E4-4DBF-BB9C-6F82C197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5F7A31-D41F-40C9-B5E4-7953D4D7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05150"/>
            <a:ext cx="4476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A76097-AF31-42B3-88CF-00F86535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05150"/>
            <a:ext cx="5715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A11F3A-8C09-4F3E-A552-0E244E12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76600"/>
            <a:ext cx="4057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로컬 환경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59BA79-6BE3-46BA-BC55-E4ACE4CE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57600"/>
            <a:ext cx="40576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`localhost`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내 컴퓨터의 파일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로컬 설정 파일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녹화/실습에 좋음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49ECDB-21BB-4134-A70B-381F82ED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05150"/>
            <a:ext cx="4476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058DAA-53C7-4475-91D5-94286B0A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05150"/>
            <a:ext cx="5715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AC7865-D4C4-4B3D-BCD4-4D2B2F7A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76600"/>
            <a:ext cx="4057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배포 환경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34006C-9457-493A-BFAE-C66D7C3B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57600"/>
            <a:ext cx="40576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공개 URL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Vercel의 빌드 결과물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환경 변수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다른 사람도 접속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0FC97A-4615-4FEC-9C27-4D76F3B2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657850"/>
            <a:ext cx="864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로컬 성공은 출발점이고, 배포 성공은 공개 URL에서 다시 검증해야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8923799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850571-DE48-4D70-A097-9DFF36D6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전체 구조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1A4F04-FA65-488E-A636-F6ED8749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096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360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브라우저는 Vercel 파일을 읽고,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360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데이터는 Supabase에 저장합니다.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D4B526-5EC0-465C-9167-27BEE5CD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7620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7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Turnstile은 익명 로그인 전에 봇이 아닌지 확인하는 관문입니다.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90D8D3-0726-48BD-A140-F6790A77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rPr>
              <a:t>Figma Calendar Deployment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CB377A-67BF-4ADD-B8C8-A84FF843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87FFDA-66A3-4FA4-B528-16CCE9F9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22479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A3DD7A-3A96-47AE-ABE3-0A548471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브라우저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C551EB-7D65-4BB3-B240-8ECBD460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179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사용자 접속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74AAB4-B55B-46CC-A27A-C0A2DB0E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29050"/>
            <a:ext cx="361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14946D-CA0F-4AD0-9C69-0C080666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57600"/>
            <a:ext cx="361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8086AF-B448-469D-B698-5704F843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38500"/>
            <a:ext cx="22479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EDE9F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4EBA46-F638-4042-9CEF-445421A5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433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Vercel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75E375-636D-4AC6-BA67-3CC43AF8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000500"/>
            <a:ext cx="179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HTML/CSS/JS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F563A1-62C7-4A1E-B36C-5AE96443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29050"/>
            <a:ext cx="361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49508D-9745-4DA5-B5CD-BCA1E21D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57600"/>
            <a:ext cx="361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4EED63-BF5E-49DF-8686-D71560A5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38500"/>
            <a:ext cx="22479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C7F5C9-D556-4978-A49F-D3B1FBE7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433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Turnstile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8C0F8E-C042-4FB6-8157-DE3530D5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00500"/>
            <a:ext cx="179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CAPTCHA 토큰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0FF2E4-0B7A-432A-BBA7-14D18147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29050"/>
            <a:ext cx="361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573AB4-4E17-487A-8D36-6E0E420C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57600"/>
            <a:ext cx="361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EC7BCC-70F9-4966-94BE-CCABADB7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238500"/>
            <a:ext cx="22479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CCFBF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3A85D5-C9C7-4054-A8F0-BA31EA85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5433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Supabase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4C67AC-73F3-4FC0-A0F1-C1884CBD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000500"/>
            <a:ext cx="179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Auth + DB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9FCFE9-BAC4-4180-A81C-70FF945D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314950"/>
            <a:ext cx="9201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이 앱은 서버를 직접 만들지 않고, Supabase Auth가 CAPTCHA 토큰을 검증합니다.</a:t>
            </a:r>
          </a:p>
        </p:txBody>
      </p:sp>
    </p:spTree>
    <p:extLst>
      <p:ext uri="{BB962C8B-B14F-4D97-AF65-F5344CB8AC3E}">
        <p14:creationId xmlns:p14="http://schemas.microsoft.com/office/powerpoint/2010/main" val="15792315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62FB10-844A-4D1B-ABF6-3DAB8DF5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가장 중요한 안전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62DDCE-2192-4257-B2FC-218D7896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096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360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브라우저에 들어가도 되는 값과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360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절대 들어가면 안 되는 값을 나눕니다.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8CA8DC-14B3-406A-BE13-BA226AE92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7620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7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배포 사고는 기능보다 키 관리에서 자주 시작됩니다.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35992D-E60A-4C9A-871C-D6D7ADF1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rPr>
              <a:t>Figma Calendar Deployment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F2A95E-A3F6-4BE6-8254-2CEB34F3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F321D4-8DC7-4A0C-87DA-3993818A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4857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DCFCE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9FC2CA-1E4B-4175-8010-B777BB8D5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71850"/>
            <a:ext cx="421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브라우저에 들어가도 되는 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C005BA-9BF2-4FDB-9556-B9EF50AD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3771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7644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75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SUPABASE_URL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875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SUPABASE_PUBLISHABLE_KEY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875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TURNSTILE_SITE_KEY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F44B06-3804-4F56-BCA5-57E7D3BE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05150"/>
            <a:ext cx="4857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E4E6"/>
          </a:solidFill>
          <a:ln xmlns:a="http://schemas.openxmlformats.org/drawingml/2006/main" w="9525">
            <a:solidFill>
              <a:srgbClr val="FFE4E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72C51F-4D39-45B5-85BE-575D71DE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371850"/>
            <a:ext cx="421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>
                <a:solidFill>
                  <a:srgbClr val="E11D4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E11D48"/>
                </a:solidFill>
                <a:latin typeface="Apple SD Gothic Neo"/>
                <a:ea typeface="Apple SD Gothic Neo"/>
                <a:cs typeface="Apple SD Gothic Neo"/>
              </a:rPr>
              <a:t>브라우저에 넣으면 안 되는 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5E7392-0BA1-40C5-A866-65B9851C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886200"/>
            <a:ext cx="3790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7840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4000"/>
              </a:lnSpc>
              <a:buNone/>
              <a:defRPr sz="180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service_role key</a:t>
            </a:r>
          </a:p>
          <a:p xmlns:a="http://schemas.openxmlformats.org/drawingml/2006/main">
            <a:pPr algn="ctr">
              <a:lnSpc>
                <a:spcPct val="124000"/>
              </a:lnSpc>
              <a:buNone/>
              <a:defRPr sz="180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sb_secret_...</a:t>
            </a:r>
          </a:p>
          <a:p xmlns:a="http://schemas.openxmlformats.org/drawingml/2006/main">
            <a:pPr algn="ctr">
              <a:lnSpc>
                <a:spcPct val="124000"/>
              </a:lnSpc>
              <a:buNone/>
              <a:defRPr sz="180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Turnstile secret key</a:t>
            </a:r>
          </a:p>
          <a:p xmlns:a="http://schemas.openxmlformats.org/drawingml/2006/main">
            <a:pPr algn="ctr">
              <a:lnSpc>
                <a:spcPct val="124000"/>
              </a:lnSpc>
              <a:buNone/>
              <a:defRPr sz="180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DB password</a:t>
            </a:r>
          </a:p>
        </p:txBody>
      </p:sp>
    </p:spTree>
    <p:extLst>
      <p:ext uri="{BB962C8B-B14F-4D97-AF65-F5344CB8AC3E}">
        <p14:creationId xmlns:p14="http://schemas.microsoft.com/office/powerpoint/2010/main" val="11333563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8F9D48-4994-46B4-939F-CFB73575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배포 전 체크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42A831-FCBD-48BA-80EE-17E9356B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096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360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코드보다 먼저 확인할 것은 ‘공개해도 되는 상태인가’입니다.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323A26-AF81-4B74-96CC-23BD592A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7620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7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빌드, 설정 파일, 더미 데이터, secret 노출 여부를 확인합니다.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8E8506-9374-4A31-BE2E-2DD5A746C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rPr>
              <a:t>Figma Calendar Deployment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70805F-7C04-40BC-A1D1-25D03B98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B1F1C3-CF32-4052-8728-B7860A63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90850"/>
            <a:ext cx="994410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873E80-7774-4F04-9AED-D4EE28A1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39090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solidFill>
              <a:srgbClr val="CCFBF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68197B-844F-4029-9866-BAD4FA14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419475"/>
            <a:ext cx="304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02307F-C9F9-416E-8318-44B52046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40995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970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실제 secret 노출 없음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1E8AB3-747D-47BA-91AD-3BFCD83E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9090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solidFill>
              <a:srgbClr val="CCFBF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9BB52D-5825-4A5F-8747-FEA16D53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19475"/>
            <a:ext cx="304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31F902-3AE9-4D2F-8D3E-F71866A5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40995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970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`npm run check` 통과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E415F2-64D2-4512-B81F-E66845CF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576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solidFill>
              <a:srgbClr val="CCFBF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36E9CE-9612-4926-865A-74CE23C6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86225"/>
            <a:ext cx="304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D59B3B-0E8A-4951-8CF9-F6F4C8D7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07670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970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`npm run build` 통과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6FAC35-AB89-47C7-AE8D-23FB662F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576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solidFill>
              <a:srgbClr val="CCFBF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013A58-9611-46A4-9B1C-200D011D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86225"/>
            <a:ext cx="304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D0E544-E039-4E99-A2B1-012678B4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7670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970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Supabase 개발 프로젝트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0C270A-D9ED-4546-A1B3-7F6BCDB9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2440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solidFill>
              <a:srgbClr val="CCFBF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A12858-9DC6-4DC8-BA6E-C2732273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52975"/>
            <a:ext cx="304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A62AF1-D3EB-4001-AC6B-32BA2BE2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74345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970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Turnstile 위젯 준비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9C743F-0A5B-47E8-9D1A-1CB3CB1F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2440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solidFill>
              <a:srgbClr val="CCFBF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CFC29E-1B6D-4B8C-A2AF-4CCBD3F5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52975"/>
            <a:ext cx="304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5BA123-D734-4F4C-A589-11A7722A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74345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970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더미 데이터만 사용</a:t>
            </a:r>
          </a:p>
        </p:txBody>
      </p:sp>
    </p:spTree>
    <p:extLst>
      <p:ext uri="{BB962C8B-B14F-4D97-AF65-F5344CB8AC3E}">
        <p14:creationId xmlns:p14="http://schemas.microsoft.com/office/powerpoint/2010/main" val="5636903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FE9ABB-C4A5-4885-BD26-53DC1358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Vercel 빌드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79DBBB-F4EF-4666-ACAB-CBC88D2F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096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360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Vercel은 빌드해서 `dist/` 폴더를 배포합니다.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850E41-C14D-4115-A48F-612CF74D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7620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7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`npm run build`는 환경 변수를 읽어 공개 설정 파일을 생성합니다.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5CA4C6-A9E4-4D64-AF4C-DC4AA778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rPr>
              <a:t>Figma Calendar Deployment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C07517-92BE-417D-84DC-33EB8130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F63484-1B7D-46E6-92EC-A73F56D3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22098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7B8DC5-F5F4-4EE3-BADE-3B9DD576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179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환경 변수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3B4D28-91A3-465D-A616-98F8F0F1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8145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Vercel Settings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AD6410-70F8-476C-8CCE-172BA322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867150"/>
            <a:ext cx="3238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CE67FA-B8C3-4CDF-B1A6-D0C19064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95700"/>
            <a:ext cx="361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4643F4-F98A-4DA7-B2E5-59449E8F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57550"/>
            <a:ext cx="22098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A806B6-D4B5-4BAB-AD5C-CFA95E8B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524250"/>
            <a:ext cx="179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npm run build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249E29-E5EC-431D-9C97-09BAAAB9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8145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scripts/build-deploy.mjs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AAFB94-8FE0-4F73-A3AD-B57DEFEC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867150"/>
            <a:ext cx="3238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9EC8AA-5999-42CF-8B41-F9D1E013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95700"/>
            <a:ext cx="361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A64874-BC14-492E-9C59-E9A26904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57550"/>
            <a:ext cx="22098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251117-4198-4A41-8384-7D7F13BD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24250"/>
            <a:ext cx="179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dist/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44EA9B-7059-4A54-8E70-2A9FE4B1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8145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배포 산출물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1DCEC3-0E08-4FB6-ADF3-89A0BD65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867150"/>
            <a:ext cx="3238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80C135-636D-4E61-BED1-980AF9DF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95700"/>
            <a:ext cx="361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631430-4BA2-4A4C-8AB5-03C7E288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57550"/>
            <a:ext cx="22098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24034C-DC05-43A7-AA67-B0151872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524250"/>
            <a:ext cx="179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Vercel URL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70CEB5-D72F-42E4-BF19-F692E0FC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98145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사용자 접속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A634B2-C4F2-4656-AEDA-72795FC8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238750"/>
            <a:ext cx="9372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Vercel에 secret을 숨기는 것이 아니라, 공개 설정 파일을 안전하게 생성하는 흐름입니다.</a:t>
            </a:r>
          </a:p>
        </p:txBody>
      </p:sp>
    </p:spTree>
    <p:extLst>
      <p:ext uri="{BB962C8B-B14F-4D97-AF65-F5344CB8AC3E}">
        <p14:creationId xmlns:p14="http://schemas.microsoft.com/office/powerpoint/2010/main" val="6376165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C84290-DE56-4566-B119-0ECC36F3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Cloudflare Turnstile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121937-4156-4E1E-A78D-90C3CD9E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096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360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Turnstile은 공개 앱에 붙이는 봇 방지 관문입니다.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650EA7-4416-41EA-8EDC-13C11049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7620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7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site key는 브라우저에, secret key는 Supabase CAPTCHA 설정에 넣습니다.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822A73-C2D8-439F-A27D-060E932E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rPr>
              <a:t>Figma Calendar Deployment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A5FD6B-D064-4539-A83D-CE143D2B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60CCCF-3D58-4C0A-936C-F536453B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62300"/>
            <a:ext cx="434340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1EB449-7DEF-4DB1-92A2-992B83D9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62300"/>
            <a:ext cx="57150" cy="1885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34759F-936D-4FB8-9BF6-DBD25DF4D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33750"/>
            <a:ext cx="3924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Site key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F754E1-1BA1-4F57-828D-0B33CA085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714750"/>
            <a:ext cx="39243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브라우저 위젯을 표시할 때 사용합니다.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Vercel 환경 변수에 넣을 수 있습니다.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86C504-9EC5-4640-8E01-FA7F0A81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62300"/>
            <a:ext cx="434340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FE4E6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8AA54D-9447-4354-9725-6CCB938A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62300"/>
            <a:ext cx="57150" cy="1885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1D48"/>
          </a:solidFill>
          <a:ln xmlns:a="http://schemas.openxmlformats.org/drawingml/2006/main" w="0">
            <a:solidFill>
              <a:srgbClr val="E11D4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51FA6C-F173-446C-A1A3-C2F7F747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33750"/>
            <a:ext cx="3924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Secret key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19F825-67C4-4F84-99C6-52DC8456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14750"/>
            <a:ext cx="39243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CAPTCHA 토큰을 서버 쪽에서 검증할 때 사용합니다.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Supabase 대시보드에만 넣습니다.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077E13-74D2-4A05-B542-23704564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562600"/>
            <a:ext cx="891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Cloudflare 쪽 위젯 허용 도메인에는 localhost와 Vercel 도메인을 추가합니다.</a:t>
            </a:r>
          </a:p>
        </p:txBody>
      </p:sp>
    </p:spTree>
    <p:extLst>
      <p:ext uri="{BB962C8B-B14F-4D97-AF65-F5344CB8AC3E}">
        <p14:creationId xmlns:p14="http://schemas.microsoft.com/office/powerpoint/2010/main" val="33206557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6147B6-B372-4622-B20A-553A825B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Supabase CAPTCHA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2F11E4-D40A-4A4F-94FF-90918321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096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360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이 앱에서는 Supabase Auth가 CAPTCHA 검증 서버 역할을 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236830-3A1F-4113-AC62-4EE555C7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7620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7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직접 백엔드가 있을 때는 Siteverify API를 서버에서 호출해야 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D92CA7-E2CA-4FE8-97C8-6D8EBA9B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rPr>
              <a:t>Figma Calendar Deployment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C192D8-798C-49D9-843B-79530082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6417EB-A902-4933-8205-77B5F993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9146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FB3127-7BA8-4E67-97A3-444B44EA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990850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226077-0DCA-42F6-B154-279FF4AC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93370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Turnstile 위젯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D3529D-9137-4DFC-A19F-4C1CA16B2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52750"/>
            <a:ext cx="504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9212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브라우저에서 토큰 생성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355AA2-BAE2-491C-A35B-EEA8D374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004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5F7CA5-F9E8-47E6-8034-D0AB05A2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76650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8EC3AC-6CDB-4AD9-8917-0120510D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1950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signInAnonymously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F8D2D2-9893-4AD1-A18B-1C01DE70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38550"/>
            <a:ext cx="504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9212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captchaToken을 함께 전달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379AA9-2DC9-49C7-A9FA-DE3A8262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862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5A706B-7113-4CAF-96E4-BC0BD3D3D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62450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0B0891-E517-4D50-A78F-DD2CD624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0530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Supabase Auth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C7E457-8EBA-4792-BEF4-BA2235DE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324350"/>
            <a:ext cx="504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9212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secret key로 서버 검증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AB2764-8E15-4B4E-B4BD-401B5ACE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720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4E1C00-51D1-49F6-92F6-594D1557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48250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B751CF-CDFE-414F-9642-40822064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9110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DB 접근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B4F696-110A-4E6A-AA63-FE5C0BBF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010150"/>
            <a:ext cx="504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9212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RLS 정책으로 본인 일정 저장</a:t>
            </a:r>
          </a:p>
        </p:txBody>
      </p:sp>
    </p:spTree>
    <p:extLst>
      <p:ext uri="{BB962C8B-B14F-4D97-AF65-F5344CB8AC3E}">
        <p14:creationId xmlns:p14="http://schemas.microsoft.com/office/powerpoint/2010/main" val="12766172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8987CA-DB50-4239-AC9F-B20984BC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Vercel 프로젝트 설정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7550E1-145F-4D81-BF00-71F172CD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048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315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Root, Build Command, Output Directory를 맞추면 배포 준비가 끝납니다.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F8DFC0-08A7-4F49-A7FD-0E8B46EA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43150"/>
            <a:ext cx="7620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7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`vercel.json`이 프로젝트의 배포 규칙을 명확히 고정합니다.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3DB78A-9626-4E4C-97F1-60590BE6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rPr>
              <a:t>Figma Calendar Deployment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C1E23D-E12E-4909-8527-400CEEEA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39588F-403A-4409-A076-F92C6041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445770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CBDF05-685B-4DB3-BCB1-EAA4BDFC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44577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A73860-A6D2-4F0C-BDA4-869EEB14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95650"/>
            <a:ext cx="4457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4032D6-2036-4EFD-8A19-0DACB8BA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62300"/>
            <a:ext cx="85725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11D48"/>
          </a:solidFill>
          <a:ln xmlns:a="http://schemas.openxmlformats.org/drawingml/2006/main" w="0">
            <a:solidFill>
              <a:srgbClr val="E2E8F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12B2B8-56D5-48D6-9567-DE639387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62300"/>
            <a:ext cx="85725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E2E8F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7C5B2D-72B5-4CA8-B157-5DC6E8D4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62300"/>
            <a:ext cx="85725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E2E8F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33D3E6-4102-4A82-865F-279FA71C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14750"/>
            <a:ext cx="3924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Vercel Project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D85C3D-C801-4763-B9BB-7121A4B1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71800"/>
            <a:ext cx="4381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9D66E2-E3EF-4977-96D6-B6FCDF8E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71800"/>
            <a:ext cx="57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F91156-9397-4003-AF78-F0C45A3F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43250"/>
            <a:ext cx="3962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Root Directory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E6D41C-AE00-4680-AECE-CEEA35D6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24250"/>
            <a:ext cx="3962400" cy="-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`figma-calendar`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C5FCE3-9B1B-495B-87FB-8537D15F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33800"/>
            <a:ext cx="4381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057F54-F284-4C01-98F3-C8467979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33800"/>
            <a:ext cx="57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17D39E-7B34-4F46-B7D9-46AE74CE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05250"/>
            <a:ext cx="3962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Build Command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CB5787-DEFC-4A1E-8DBE-B9E0C2C1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86250"/>
            <a:ext cx="3962400" cy="-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`npm run build`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F21D86-9C51-4ED6-A687-8391A32A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4381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6A2049-C0B4-4B41-865A-10B1602E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57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D2F647-B5D3-4B11-926F-458C5919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667250"/>
            <a:ext cx="3962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Output Directory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B690A1-EA86-42A3-98B8-203747DF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048250"/>
            <a:ext cx="3962400" cy="-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`dist`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5CF26A-A884-4B6A-AD57-76FF5B12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638800"/>
            <a:ext cx="8991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`vercel.json`으로 이 기준을 파일에 남겨 수강생마다 UI 설정 차이를 줄입니다.</a:t>
            </a:r>
          </a:p>
        </p:txBody>
      </p:sp>
    </p:spTree>
    <p:extLst>
      <p:ext uri="{BB962C8B-B14F-4D97-AF65-F5344CB8AC3E}">
        <p14:creationId xmlns:p14="http://schemas.microsoft.com/office/powerpoint/2010/main" val="13651709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28A569-4FC7-46D6-AD86-48D696F5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Vercel 환경 변수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168FFA-4163-4A2C-BF96-3982F881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096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360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이번 환경 변수는 secret 보관소가 아니라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360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브라우저 설정 생성 재료입니다.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54E24D-7B62-42D1-8F7C-26B88D1B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7620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7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공개되어도 되는 값만 넣습니다. service_role key는 넣지 않습니다.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689645-2612-4B8F-8C63-0E6DB234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rPr>
              <a:t>Figma Calendar Deployment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FDDF22-4478-4948-A93E-3CE343B2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167FE1-5DBF-452E-B81B-14C73C97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10096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14028B-D8B1-4732-BAFC-9F944BED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432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이름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2181A2-602F-4CC9-8966-72346335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1432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브라우저 노출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59E6F4-1C9C-45A0-983A-D58C8A70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432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설명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A1D964-1C29-4A58-9E05-06420B04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644942-13DB-4FA7-A68C-7D6DA132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242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>
                <a:solidFill>
                  <a:srgbClr val="172033"/>
                </a:solidFill>
                <a:latin typeface="Menlo"/>
                <a:ea typeface="Menlo"/>
                <a:cs typeface="Menlo"/>
              </a:defRPr>
            </a:pPr>
            <a:r>
              <a:rPr sz="1500">
                <a:solidFill>
                  <a:srgbClr val="172033"/>
                </a:solidFill>
                <a:latin typeface="Menlo"/>
                <a:ea typeface="Menlo"/>
                <a:cs typeface="Menlo"/>
              </a:rPr>
              <a:t>SUPABASE_URL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FFA21F-D62D-40AF-B5D2-374C308A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486150"/>
            <a:ext cx="685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DCFCE7"/>
            </a:solidFill>
          </a:ln>
        </p:spPr>
        <p:txBody>
          <a:bodyPr xmlns:a="http://schemas.openxmlformats.org/drawingml/2006/main" lIns="95250" tIns="19050" rIns="9525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가능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6064CA-C1D0-4B1F-B7AF-AAF22FCA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242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프로젝트 URL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7A7FAE-C82F-4A38-8E05-841A955C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290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8070EA-9D01-44E2-A725-0BB69D3A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243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>
                <a:solidFill>
                  <a:srgbClr val="172033"/>
                </a:solidFill>
                <a:latin typeface="Menlo"/>
                <a:ea typeface="Menlo"/>
                <a:cs typeface="Menlo"/>
              </a:defRPr>
            </a:pPr>
            <a:r>
              <a:rPr sz="1500">
                <a:solidFill>
                  <a:srgbClr val="172033"/>
                </a:solidFill>
                <a:latin typeface="Menlo"/>
                <a:ea typeface="Menlo"/>
                <a:cs typeface="Menlo"/>
              </a:rPr>
              <a:t>SUPABASE_PUBLISHABLE_KEY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2E07D7-BA7F-421F-94EB-02EA372B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86200"/>
            <a:ext cx="685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DCFCE7"/>
            </a:solidFill>
          </a:ln>
        </p:spPr>
        <p:txBody>
          <a:bodyPr xmlns:a="http://schemas.openxmlformats.org/drawingml/2006/main" lIns="95250" tIns="19050" rIns="9525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가능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0271B2-CD51-403B-8023-AF7DC6B5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2430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브라우저 공개 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2694FD-DC61-4BE4-821E-FF066573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2910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E32767-AA53-4347-8F82-AE804DF3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243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>
                <a:solidFill>
                  <a:srgbClr val="172033"/>
                </a:solidFill>
                <a:latin typeface="Menlo"/>
                <a:ea typeface="Menlo"/>
                <a:cs typeface="Menlo"/>
              </a:defRPr>
            </a:pPr>
            <a:r>
              <a:rPr sz="1500">
                <a:solidFill>
                  <a:srgbClr val="172033"/>
                </a:solidFill>
                <a:latin typeface="Menlo"/>
                <a:ea typeface="Menlo"/>
                <a:cs typeface="Menlo"/>
              </a:rPr>
              <a:t>TURNSTILE_SITE_KEY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67A538-530D-417B-AB30-D0C87F83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286250"/>
            <a:ext cx="685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DCFCE7"/>
            </a:solidFill>
          </a:ln>
        </p:spPr>
        <p:txBody>
          <a:bodyPr xmlns:a="http://schemas.openxmlformats.org/drawingml/2006/main" lIns="95250" tIns="19050" rIns="9525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가능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EC7A8F-4E22-46D2-8459-7C7E4A2C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243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위젯 표시 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12F43D-726B-4004-986C-8293EDE7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1836D2-59FB-4A7E-979D-7A01D74B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244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>
                <a:solidFill>
                  <a:srgbClr val="172033"/>
                </a:solidFill>
                <a:latin typeface="Menlo"/>
                <a:ea typeface="Menlo"/>
                <a:cs typeface="Menlo"/>
              </a:defRPr>
            </a:pPr>
            <a:r>
              <a:rPr sz="1500">
                <a:solidFill>
                  <a:srgbClr val="172033"/>
                </a:solidFill>
                <a:latin typeface="Menlo"/>
                <a:ea typeface="Menlo"/>
                <a:cs typeface="Menlo"/>
              </a:rPr>
              <a:t>TURNSTILE_SECRET_KEY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CC93DB-FD5D-481A-BEC6-6B373A1D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86300"/>
            <a:ext cx="685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E4E6"/>
          </a:solidFill>
          <a:ln xmlns:a="http://schemas.openxmlformats.org/drawingml/2006/main" w="9525">
            <a:solidFill>
              <a:srgbClr val="FFE4E6"/>
            </a:solidFill>
          </a:ln>
        </p:spPr>
        <p:txBody>
          <a:bodyPr xmlns:a="http://schemas.openxmlformats.org/drawingml/2006/main" lIns="95250" tIns="19050" rIns="9525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11D4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E11D48"/>
                </a:solidFill>
                <a:latin typeface="Apple SD Gothic Neo"/>
                <a:ea typeface="Apple SD Gothic Neo"/>
                <a:cs typeface="Apple SD Gothic Neo"/>
              </a:rPr>
              <a:t>불가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8CCED9-4825-45EE-89F6-DE14C86B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2440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Supabase에만 입력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C17B19-E2DF-430D-A8D6-5E23D12E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2920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8A3939-0498-4463-B6A1-D38FD2F8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244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>
                <a:solidFill>
                  <a:srgbClr val="172033"/>
                </a:solidFill>
                <a:latin typeface="Menlo"/>
                <a:ea typeface="Menlo"/>
                <a:cs typeface="Menlo"/>
              </a:defRPr>
            </a:pPr>
            <a:r>
              <a:rPr sz="1500">
                <a:solidFill>
                  <a:srgbClr val="172033"/>
                </a:solidFill>
                <a:latin typeface="Menlo"/>
                <a:ea typeface="Menlo"/>
                <a:cs typeface="Menlo"/>
              </a:rPr>
              <a:t>service_role key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2E88AC-5D27-46DA-99F6-7FBB44D5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086350"/>
            <a:ext cx="952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E4E6"/>
          </a:solidFill>
          <a:ln xmlns:a="http://schemas.openxmlformats.org/drawingml/2006/main" w="9525">
            <a:solidFill>
              <a:srgbClr val="FFE4E6"/>
            </a:solidFill>
          </a:ln>
        </p:spPr>
        <p:txBody>
          <a:bodyPr xmlns:a="http://schemas.openxmlformats.org/drawingml/2006/main" lIns="95250" tIns="19050" rIns="9525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11D4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E11D48"/>
                </a:solidFill>
                <a:latin typeface="Apple SD Gothic Neo"/>
                <a:ea typeface="Apple SD Gothic Neo"/>
                <a:cs typeface="Apple SD Gothic Neo"/>
              </a:rPr>
              <a:t>절대 불가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D7032C-86C4-4AFC-AD6F-D35A745B1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244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RLS 우회 관리자 키</a:t>
            </a:r>
          </a:p>
        </p:txBody>
      </p:sp>
    </p:spTree>
    <p:extLst>
      <p:ext uri="{BB962C8B-B14F-4D97-AF65-F5344CB8AC3E}">
        <p14:creationId xmlns:p14="http://schemas.microsoft.com/office/powerpoint/2010/main" val="22125545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4043B4-9984-40FE-A35E-074C6509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첫 배포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F9A79A-E333-4FC1-85F6-CB73FF8F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096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360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Deploy 버튼을 누른 뒤에는 URL과 로그를 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FB58B0-C992-405F-AF4B-6E093DB8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7620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7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빌드 로그에서 설정 파일 생성과 `dist/` 배포를 확인합니다.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C32BEA-E57D-4406-A444-D01CEED4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rPr>
              <a:t>Figma Calendar Deployment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C9E7AC-A5D5-443C-9E8F-183734AF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9A541C-FE56-419B-9738-1B4477D8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4381500" cy="20574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DFF9F3-CE5E-41FF-A64B-E0F32998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4381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B9ED63-FF46-46BF-BFC0-CA99B42E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438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5FED44-38EC-4508-BC02-5C21D177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81350"/>
            <a:ext cx="85725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11D48"/>
          </a:solidFill>
          <a:ln xmlns:a="http://schemas.openxmlformats.org/drawingml/2006/main" w="0">
            <a:solidFill>
              <a:srgbClr val="E2E8F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277472-511B-4C74-9098-72E012B3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81350"/>
            <a:ext cx="85725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E2E8F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ECDFD4-1EC3-4CDC-A98F-9E2DD5B1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81350"/>
            <a:ext cx="85725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E2E8F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25DD13-597A-4795-B4A9-C6968C80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33800"/>
            <a:ext cx="3848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Build Logs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B9554E-FBE1-4237-9CC1-A91B3115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90950"/>
            <a:ext cx="36576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D6C038-50E7-4FFB-BD96-166E505D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62400"/>
            <a:ext cx="3314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875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1275">
                <a:solidFill>
                  <a:srgbClr val="E2E8F0"/>
                </a:solidFill>
                <a:latin typeface="Menlo"/>
                <a:ea typeface="Menlo"/>
                <a:cs typeface="Menlo"/>
              </a:rPr>
              <a:t>Generated dist/supabase-config.js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>
                <a:solidFill>
                  <a:srgbClr val="E2E8F0"/>
                </a:solidFill>
                <a:latin typeface="Menlo"/>
                <a:ea typeface="Menlo"/>
                <a:cs typeface="Menlo"/>
              </a:defRPr>
            </a:pPr>
            <a:r>
              <a:rPr sz="1275">
                <a:solidFill>
                  <a:srgbClr val="E2E8F0"/>
                </a:solidFill>
                <a:latin typeface="Menlo"/>
                <a:ea typeface="Menlo"/>
                <a:cs typeface="Menlo"/>
              </a:rPr>
              <a:t>Deployment build ready in dist/.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D6DB1A-43E7-4BEF-9AA7-D93BF4AA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48000"/>
            <a:ext cx="4381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BB77CF-FA14-407B-9E77-4846E7EE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48000"/>
            <a:ext cx="57150" cy="800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8AF3CF-2831-423F-82FC-CC9AC5A0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19450"/>
            <a:ext cx="3962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Preview URL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01F6E8-6211-44C9-BFB2-DD75A126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00450"/>
            <a:ext cx="3962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326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배포가 끝나면 바로 확인할 수 있는 주소가 생깁니다.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4D0F02-169B-44B9-B7E3-B6493536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33850"/>
            <a:ext cx="4381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8E06E9-81E6-407C-8146-4B67E6A6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33850"/>
            <a:ext cx="57150" cy="800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9DBFEB-959C-42DD-ABB9-C17B5ED5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05300"/>
            <a:ext cx="3962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Turnstile 도메인 등록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C15EAA-4FDB-4F6B-A4EB-37EEDA4E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686300"/>
            <a:ext cx="3962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326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생성된 Vercel 도메인을 Cloudflare 위젯에 추가합니다.</a:t>
            </a:r>
          </a:p>
        </p:txBody>
      </p:sp>
    </p:spTree>
    <p:extLst>
      <p:ext uri="{BB962C8B-B14F-4D97-AF65-F5344CB8AC3E}">
        <p14:creationId xmlns:p14="http://schemas.microsoft.com/office/powerpoint/2010/main" val="82342703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E8C7A4-CBB3-427C-A76F-5771A892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배포 후 검증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5A7C94-C554-40B8-B260-831ACEF6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096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360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완료 기준은 ‘배포 성공’이 아니라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360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공개 URL에서 기능이 동작하는 것입니다.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9C0994-46F1-4F9F-9144-0934E32D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7620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7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Turnstile, 익명 로그인, 일정 저장, 새로고침 유지까지 확인합니다.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D0A1CC-2F62-4603-984B-4D559913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rPr>
              <a:t>Figma Calendar Deployment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80B517-5015-470E-9CBD-40077DF6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6D33E4-946A-457F-83A8-DE9F8137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10210800" cy="2895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75F4AE-6F87-424E-BA35-56AD579A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575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BEF762-6E98-42C0-B927-30559071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95650"/>
            <a:ext cx="30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1570D0-607E-4550-9275-7D5E2F8D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267075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캘린더 화면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913B02-0AB1-4D85-BFFC-6B46B408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575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90B679-D7A6-4797-96A6-6438E7E8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95650"/>
            <a:ext cx="30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F0FD8A-79D7-4157-89A1-EE6FF144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67075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Turnstile 표시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D0970D-F64E-48B8-9073-5006AF5E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290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76DD10-1659-4C92-99E2-6EB896CB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67150"/>
            <a:ext cx="30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04B72E-9D65-4400-B804-4091ADA6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38575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익명 로그인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6A8838-34D2-4F5C-8F2A-3F1F3D6D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290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AD6327-589D-4495-92EC-3A690FB5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67150"/>
            <a:ext cx="30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B64B73-5F51-45DF-B99F-451AD7A8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838575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일정 저장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481187-3380-4D0B-9464-291A5F77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005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B1B8C3-7FEF-485C-A924-9226E217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38650"/>
            <a:ext cx="30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73AF15-4FED-47C1-A76C-FEE4F912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410075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새로고침 유지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F821E0-6AF3-4E0A-9943-C9279124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005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80C8A1-12A1-4549-8A32-480C0911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38650"/>
            <a:ext cx="30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DE480B-D973-4BE4-A8D0-12730E15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410075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Supabase row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3F5507-1F00-4F79-9124-4A12694A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720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EB7B75-1F7A-4486-9759-800CEE41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10150"/>
            <a:ext cx="30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3AA0B0-FF83-4805-AA8E-CBBF414C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981575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모바일 화면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57B2D4-B476-4DC4-8421-03827573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720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87E559-46E1-4BF6-AE68-2DB8EC2D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010150"/>
            <a:ext cx="30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7144D6-5EB9-46C3-BD09-C6754B3F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981575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콘솔 에러 없음</a:t>
            </a:r>
          </a:p>
        </p:txBody>
      </p:sp>
    </p:spTree>
    <p:extLst>
      <p:ext uri="{BB962C8B-B14F-4D97-AF65-F5344CB8AC3E}">
        <p14:creationId xmlns:p14="http://schemas.microsoft.com/office/powerpoint/2010/main" val="99995477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C733AC-469E-4A09-9A4D-5E6A994B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자주 나는 오류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38B93F-B175-49E2-BC89-A7D97B08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096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360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배포 오류는 대부분 설정 위치가 어긋난 문제입니다.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48A85B-FAEE-431D-AF68-C60E52E1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7620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7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Vercel env, Turnstile 도메인, Supabase Auth/RLS를 순서대로 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3C073B-8E9F-46A1-ADB6-751E5E3C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rPr>
              <a:t>Figma Calendar Deployment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9AA146-5E5E-4725-9570-23475268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23307F-5C2F-4FBE-A4B3-EC91FAFE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32575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FF6F9F-2AD2-4202-A42F-40D4A861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57150" cy="1885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BA8857-1CA6-4213-A583-691C567EA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00400"/>
            <a:ext cx="2838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supabase-config.js 404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2BC5A8-A784-4C1C-A7F7-4EB93858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81400"/>
            <a:ext cx="28384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환경 변수 누락, build command, output directory를 확인합니다.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B803A6-240D-4291-91E1-5446C182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28950"/>
            <a:ext cx="32575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9AAD50-D373-45B7-B5AC-F2F9AE68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28950"/>
            <a:ext cx="57150" cy="1885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2BBDDE-96B2-4E43-ADCF-3AC29D8B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00400"/>
            <a:ext cx="2838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CAPTCHA 실패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46FAA4-610F-4E01-A509-5D38AB88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81400"/>
            <a:ext cx="28384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site key/secret key 짝, Turnstile 도메인, Supabase provider를 확인합니다.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E3C44C-0FB0-45B9-B87E-EBC6684C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28950"/>
            <a:ext cx="32575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FE4E6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92437B-5732-4C44-A3C8-5C8DFE6A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28950"/>
            <a:ext cx="57150" cy="1885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1D48"/>
          </a:solidFill>
          <a:ln xmlns:a="http://schemas.openxmlformats.org/drawingml/2006/main" w="0">
            <a:solidFill>
              <a:srgbClr val="E11D4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AEDE44-508D-411A-8E6F-E17750E6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00400"/>
            <a:ext cx="2838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저장 실패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599F1B-8763-4585-A8AB-35ACAB90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81400"/>
            <a:ext cx="28384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Anonymous Sign-Ins, RLS policy, category seed, console error를 확인합니다.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F8E8A5-C995-4342-A524-6681BABF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448300"/>
            <a:ext cx="8496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오류가 나면 먼저 ‘어느 서비스 설정이 문제인가’를 나눠서 봅니다.</a:t>
            </a:r>
          </a:p>
        </p:txBody>
      </p:sp>
    </p:spTree>
    <p:extLst>
      <p:ext uri="{BB962C8B-B14F-4D97-AF65-F5344CB8AC3E}">
        <p14:creationId xmlns:p14="http://schemas.microsoft.com/office/powerpoint/2010/main" val="48496691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1E1A74-F6AA-4920-B8CB-B4C1C22E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수강생 미션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076DBD-A666-4E5B-BCB4-C2316CEB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096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360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배포 URL을 만들고, 저장되는 캘린더를 증명합니다.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BFD3A0-8D48-493B-B79D-CF799283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7620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7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URL, CAPTCHA 화면, Supabase row, 오류 해결 기록을 제출합니다.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8F7CBD-8A5C-4ADA-AF2F-9E230BF6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rPr>
              <a:t>Figma Calendar Deployment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13C10E-4A4F-4C09-B67F-427F5B48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ED979A-C9A8-4B7A-B182-2ACF27E3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31432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1AA9BB-AE31-4DBF-B703-3641C008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5715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CB1306-E845-4C52-84BE-61900F4A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2724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미션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8AA911-F209-4257-B2BC-E60CC60B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2724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Vercel URL을 만들고 제출합니다.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B1B07B-DBAA-469A-8C68-E2662768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90850"/>
            <a:ext cx="31432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2997B2-F4E4-4588-94F1-FE5E45EA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90850"/>
            <a:ext cx="5715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2FE82A-A02F-42C1-937B-11FFFB92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162300"/>
            <a:ext cx="2724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미션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55EFFA-58D0-46B4-AFF1-7F4E193E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543300"/>
            <a:ext cx="2724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Turnstile이 보이는 화면을 캡처합니다.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99CEFC-BC0B-4D7F-8582-D715559E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90850"/>
            <a:ext cx="31432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198098-21F6-48F6-B7D3-D3F71828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90850"/>
            <a:ext cx="5715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F6330D-B1C2-40A9-841A-A3A5D056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62300"/>
            <a:ext cx="2724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미션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5F89BA-5B9C-4B6F-AEA6-A891B020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43300"/>
            <a:ext cx="2724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일정 추가 후 Supabase row를 확인합니다.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E2161B-152A-47DB-8829-112D12E3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334000"/>
            <a:ext cx="78867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EDE9F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3BA02A-C144-4163-A08D-D5ACCE0A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486400"/>
            <a:ext cx="7391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8503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마지막 제출물: URL + CAPTCHA 캡처 + DB row 캡처 + 오류 해결 한 줄</a:t>
            </a:r>
          </a:p>
        </p:txBody>
      </p:sp>
    </p:spTree>
    <p:extLst>
      <p:ext uri="{BB962C8B-B14F-4D97-AF65-F5344CB8AC3E}">
        <p14:creationId xmlns:p14="http://schemas.microsoft.com/office/powerpoint/2010/main" val="123490556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7E72AD-827B-4031-B205-7D645B36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최신성 메모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B080AD-1A20-436A-8B4B-410372C3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096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360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2026-05-04 기준 공식 문서로 확인한 흐름입니다.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162434-E327-4653-9D1E-DAF86B04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7620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7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Vercel, Cloudflare Turnstile, Supabase Auth 문서를 기준으로 제작했습니다.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B92339-A3F0-4C63-BBB6-D864FAEE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rPr>
              <a:t>Figma Calendar Deployment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4CA590-A825-4BB5-B145-C6E0B7A3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>
                <a:solidFill>
                  <a:srgbClr val="94A3B8"/>
                </a:solidFill>
                <a:latin typeface="Apple SD Gothic Neo"/>
                <a:ea typeface="Apple SD Gothic Neo"/>
                <a:cs typeface="Apple SD Gothic Neo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6E8DBD-60C7-4F90-9BC8-886FF0A0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67050"/>
            <a:ext cx="99441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06312E-B0B7-43A6-BBC0-D1D802B9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42900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solidFill>
              <a:srgbClr val="CCFBF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62AC0B-66C0-427B-A6D7-1F1C3584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476625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B29038-C5AA-418F-8DB8-555E4F93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448050"/>
            <a:ext cx="819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905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Vercel Deployments / Project Configuration / Environment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7D914C-FA28-4C52-90E1-32C0F286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9814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solidFill>
              <a:srgbClr val="CCFBF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6486FD-8EE5-402F-B795-0048F27F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029075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958D1B-C2B7-4F9A-ACE9-2E8CF7FF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000500"/>
            <a:ext cx="819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905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Cloudflare Turnstile Client Rendering / Server-side Validation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5B0BA4-99DB-44C7-A2BB-78AFCBDE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53390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solidFill>
              <a:srgbClr val="CCFBF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EB1F1A-4D53-42F2-95F4-AA727CD5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581525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DCF207-4E5E-4017-952F-FAE430FF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552950"/>
            <a:ext cx="819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905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Supabase CAPTCHA Protection / Anonymous Sign-Ins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A3FBB9-9D1F-4AD3-98D2-2B23925C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638800"/>
            <a:ext cx="7467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>
                <a:solidFill>
                  <a:srgbClr val="E11D4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E11D48"/>
                </a:solidFill>
                <a:latin typeface="Apple SD Gothic Neo"/>
                <a:ea typeface="Apple SD Gothic Neo"/>
                <a:cs typeface="Apple SD Gothic Neo"/>
              </a:rPr>
              <a:t>녹화 전 실제 UI 명칭과 위치는 한 번 더 확인하세요.</a:t>
            </a:r>
          </a:p>
        </p:txBody>
      </p:sp>
    </p:spTree>
    <p:extLst>
      <p:ext uri="{BB962C8B-B14F-4D97-AF65-F5344CB8AC3E}">
        <p14:creationId xmlns:p14="http://schemas.microsoft.com/office/powerpoint/2010/main" val="10517283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2026-05-03T23:52:42.1440000Z</dcterms:created>
  <dcterms:modified xsi:type="dcterms:W3CDTF">2026-05-03T23:52:42.1440000Z</dcterms:modified>
</coreProperties>
</file>